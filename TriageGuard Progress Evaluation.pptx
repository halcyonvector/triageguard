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TriageGuard takes a memory dump and an optional pcap, finds the cryptography in it, and writes an evidence-cited report. The lab leans towards cryptography, so crypto analysis is the core. Today: what is built, a real Windows 11 dump run, and the red-team results for the LLM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stages left to right. Stress the last one: the LLM only receives structured findings, never raw dump bytes, and has to cite finding ids. That is what the defences later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done list. Everything on the project brief except the write-ups is built and measured. The remaining items are on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Cipher scope is wider than the basic AES, DES, RSA: ChaCha20/Salsa20, AES-GCM and ECC are included because modern ransomware often uses ChaCha with elliptic-curve key exchange. Each result says whether it rests on implementation constants (the cipher is really implemented) or only on API strings. Checked against real OpenSSL, libsodium and libgcrypt.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public images, three Windows versions, 32 and 64 bit. Windows 11: RSA-512 key and Notepad opening encryption_log.txt. Windows 10 (DFIR Madness Stolen Szechuan Sauce) is the most visual: a PE header injected into the print spooler and PowerShell with injected regions, and its real 188 MB pcap parsed (546 TLS handshakes, all strong suites). Windows 7 showed that identical code in many processes is a system-wide component, so those hits are medium, not high. Also say: Windows Defender blocked reading some extracted regions on the infected Windows 10 image, which the pipeline now records as a finding. Public data only, nothing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real failure we hit on the real image that the synthetic sample never showed. The synthetic data was too clean: it has no cert store, no corrupt key fragments, no Defender JIT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attacker controls fields the pipeline passes on to the LLM, for example the issuer claim in a JWT. The payloads are planted in a synthetic image, so ground truth is known. Each scenario runs three times without defences and three times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Attack success rate is the share of reports that did what the attacker wanted. 4 of 36 without defences, 1 of 36 with them, and none of the successful reports reached a reader without a validation warning. Citation coverage goes from 28 to 78 percent. The one defended success was an attack that failed undefended, which shows how noisy 6 trials are. All 78 reports and the CSV are saved in the repo. If asked: an earlier version of our checker only recognised square-bracket citations and the model sometimes writes fullwidth brackets, which inflated one attack; we fixed it and re-scored.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these. A cited claim can still be wrong, so the cross-check against the rule-based result matters. If asked about the checker: an earlier version only recognised square-bracket citations and the model sometimes writes fullwidth brackets; we fixed that and re-scored all 78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left: a ground-truth test of the crypto module with keys we control, a few more public dumps for variety, a stronger red team, and the write-ups.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63320"/>
            <a:ext cx="10566400" cy="53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80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98980"/>
            <a:ext cx="1056640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63320"/>
            <a:ext cx="10566400" cy="53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80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98980"/>
            <a:ext cx="1056640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823200" y="812800"/>
            <a:ext cx="3556000" cy="3556000"/>
          </a:xfrm>
          <a:prstGeom prst="roundRect">
            <a:avLst>
              <a:gd name="adj" fmla="val 45714"/>
            </a:avLst>
          </a:prstGeom>
          <a:gradFill rotWithShape="1">
            <a:gsLst>
              <a:gs pos="0">
                <a:srgbClr val="243A66">
                  <a:alpha val="35000"/>
                </a:srgbClr>
              </a:gs>
              <a:gs pos="45000">
                <a:srgbClr val="152445">
                  <a:alpha val="35000"/>
                </a:srgbClr>
              </a:gs>
              <a:gs pos="100000">
                <a:srgbClr val="070A12">
                  <a:alpha val="35000"/>
                </a:srgbClr>
              </a:gs>
            </a:gsLst>
            <a:path path="circle">
              <a:fillToRect l="35000" t="35000" r="65000" b="65000"/>
            </a:path>
          </a:gradFill>
          <a:ln/>
        </p:spPr>
      </p:sp>
      <p:sp>
        <p:nvSpPr>
          <p:cNvPr id="4" name="Shape 2"/>
          <p:cNvSpPr/>
          <p:nvPr/>
        </p:nvSpPr>
        <p:spPr>
          <a:xfrm>
            <a:off x="7620000" y="3302000"/>
            <a:ext cx="1905000" cy="1905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D5C62">
                  <a:alpha val="30000"/>
                </a:srgbClr>
              </a:gs>
              <a:gs pos="55000">
                <a:srgbClr val="123B45">
                  <a:alpha val="30000"/>
                </a:srgbClr>
              </a:gs>
              <a:gs pos="100000">
                <a:srgbClr val="070A12">
                  <a:alpha val="30000"/>
                </a:srgbClr>
              </a:gs>
            </a:gsLst>
            <a:path path="circle">
              <a:fillToRect l="40000" t="40000" r="60000" b="60000"/>
            </a:path>
          </a:gradFill>
          <a:ln/>
        </p:spPr>
      </p:sp>
      <p:sp>
        <p:nvSpPr>
          <p:cNvPr id="5" name="Text 3"/>
          <p:cNvSpPr/>
          <p:nvPr/>
        </p:nvSpPr>
        <p:spPr>
          <a:xfrm>
            <a:off x="812800" y="1360488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30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PROGRESS EVALUATION</a:t>
            </a:r>
            <a:endParaRPr lang="en-US" sz="1500" dirty="0"/>
          </a:p>
        </p:txBody>
      </p:sp>
      <p:sp>
        <p:nvSpPr>
          <p:cNvPr id="6" name="Text 4"/>
          <p:cNvSpPr/>
          <p:nvPr>
            <p:ph type="title"/>
          </p:nvPr>
        </p:nvSpPr>
        <p:spPr>
          <a:xfrm>
            <a:off x="812800" y="1855788"/>
            <a:ext cx="8175625" cy="129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975"/>
              </a:lnSpc>
              <a:buNone/>
            </a:pPr>
            <a:r>
              <a:rPr lang="en-US" sz="9500" b="1" i="0" dirty="0">
                <a:gradFill rotWithShape="1">
                  <a:gsLst>
                    <a:gs pos="0">
                      <a:srgbClr val="5CCFC0"/>
                    </a:gs>
                    <a:gs pos="100000">
                      <a:srgbClr val="8FA8F0"/>
                    </a:gs>
                  </a:gsLst>
                  <a:lin ang="0" scaled="0"/>
                </a:gra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TriageGuard</a:t>
            </a:r>
            <a:endParaRPr lang="en-US" sz="9500" dirty="0"/>
          </a:p>
        </p:txBody>
      </p:sp>
      <p:sp>
        <p:nvSpPr>
          <p:cNvPr id="7" name="Text 5"/>
          <p:cNvSpPr/>
          <p:nvPr/>
        </p:nvSpPr>
        <p:spPr>
          <a:xfrm>
            <a:off x="812800" y="3351213"/>
            <a:ext cx="719455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50"/>
              </a:lnSpc>
              <a:buNone/>
            </a:pPr>
            <a:r>
              <a:rPr lang="en-US" sz="26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AI-assisted memory forensics and cryptographic malware triage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12800" y="4405313"/>
            <a:ext cx="13970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CCFC0"/>
              </a:gs>
              <a:gs pos="100000">
                <a:srgbClr val="8FA8F0"/>
              </a:gs>
            </a:gsLst>
            <a:lin ang="0" scaled="0"/>
          </a:gradFill>
          <a:ln/>
        </p:spPr>
      </p:sp>
      <p:sp>
        <p:nvSpPr>
          <p:cNvPr id="9" name="Text 7"/>
          <p:cNvSpPr/>
          <p:nvPr/>
        </p:nvSpPr>
        <p:spPr>
          <a:xfrm>
            <a:off x="812800" y="4684713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ICT 3141 Information Security Lab, CCE A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Sagnik Basu (240953528) and Arjun Mittal (240953440)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pipeline, six stages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76755"/>
            <a:ext cx="3380264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6480" y="2207260"/>
            <a:ext cx="30068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Memory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6480" y="2562860"/>
            <a:ext cx="3006831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Volatility3: processes, command lines, network, injected code, USB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5789" y="1976755"/>
            <a:ext cx="3380343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294" y="2207260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Static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6294" y="2562860"/>
            <a:ext cx="3006913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Strings, PE headers, crypto imports, YARA on suspicious binaries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95682" y="1976755"/>
            <a:ext cx="3380343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6187" y="2207260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Crypto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6187" y="2562860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Entropy, cipher ID with confidence, weak RSA key tests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975" y="3774440"/>
            <a:ext cx="3380264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6480" y="4004945"/>
            <a:ext cx="30068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Credentials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46480" y="4360545"/>
            <a:ext cx="3006831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JWTs, OAuth tokens and OTP secrets, stored redacted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405789" y="3774440"/>
            <a:ext cx="3380343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294" y="4004945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Network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36294" y="4360545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pcap: TLS version, cipher suites, SNI, DNS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5682" y="3774440"/>
            <a:ext cx="3380343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6187" y="4004945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Report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6187" y="4360545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LLM sees findings only, every claim cites a finding id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finding lands in SQLite with a citation id such as F12. The LLM never sees the raw dump.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done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5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6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8380" y="2118361"/>
            <a:ext cx="279400" cy="279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4780" y="2133760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End-to-end pipeline, SQLite store, citation ids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15975" y="2698116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9" name="Image 1" descr="CheckCirc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8380" y="286512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4780" y="2880519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Cipher ID: AES, 3DES, RSA, ChaCha20, GCM, ECC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815975" y="3444875"/>
            <a:ext cx="51879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12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8380" y="3720782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4780" y="3611880"/>
            <a:ext cx="4528642" cy="522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Weak RSA key tests and the JWT, OAuth, OTP module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815975" y="4409441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15" name="Image 3" descr="CheckCirc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08380" y="4576445"/>
            <a:ext cx="279400" cy="2794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4780" y="4591844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public dumps: Win11, Win10, Win7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188075" y="1951355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18" name="Image 4" descr="CheckCircl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0480" y="2118361"/>
            <a:ext cx="279400" cy="2794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786880" y="2133760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Groq LLM report, cited and cross-checked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188075" y="2698116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21" name="Image 5" descr="CheckCircle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0480" y="2865120"/>
            <a:ext cx="279400" cy="2794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786880" y="2880519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Red-team of 6 attacks, 78 reports measured</a:t>
            </a:r>
            <a:endParaRPr lang="en-US" sz="1450" dirty="0"/>
          </a:p>
        </p:txBody>
      </p:sp>
      <p:sp>
        <p:nvSpPr>
          <p:cNvPr id="23" name="Shape 15"/>
          <p:cNvSpPr/>
          <p:nvPr/>
        </p:nvSpPr>
        <p:spPr>
          <a:xfrm>
            <a:off x="6188075" y="3444875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24" name="Image 6" descr="CheckCircl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0480" y="3611880"/>
            <a:ext cx="279400" cy="2794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786880" y="3627279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Defences: sanitiser, citations, rule check</a:t>
            </a:r>
            <a:endParaRPr lang="en-US" sz="1450" dirty="0"/>
          </a:p>
        </p:txBody>
      </p:sp>
      <p:sp>
        <p:nvSpPr>
          <p:cNvPr id="26" name="Shape 17"/>
          <p:cNvSpPr/>
          <p:nvPr/>
        </p:nvSpPr>
        <p:spPr>
          <a:xfrm>
            <a:off x="6188075" y="4191636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27" name="Image 7" descr="CheckCircl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0480" y="4358641"/>
            <a:ext cx="279400" cy="27940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786880" y="4374038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Dashboard, 25 tests, literature survey</a:t>
            </a:r>
            <a:endParaRPr lang="en-US" sz="1450" dirty="0"/>
          </a:p>
        </p:txBody>
      </p:sp>
      <p:sp>
        <p:nvSpPr>
          <p:cNvPr id="29" name="Text 19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 datasets and synthetic keys only, no malware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CORE OF THE LAB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Crypto analysis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5"/>
            <a:ext cx="6107906" cy="3463290"/>
          </a:xfrm>
          <a:prstGeom prst="roundRect">
            <a:avLst>
              <a:gd name="adj" fmla="val 3942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3940" y="2153921"/>
          <a:ext cx="5662136" cy="3068320"/>
        </p:xfrm>
        <a:graphic>
          <a:graphicData uri="http://schemas.openxmlformats.org/drawingml/2006/table">
            <a:tbl>
              <a:tblPr/>
              <a:tblGrid>
                <a:gridCol w="2151612"/>
                <a:gridCol w="3510525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Cipher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What we look for in memory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S-box, Rcon, T-tables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 / 3DES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IP, PC-1, S-box 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ChaCha20 / Salsa20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"expand 32-byte k"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AES-GCM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GHASH reduction 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Curve25519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 = 2^255 - 19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P-256, secp256k1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Curve constants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RSA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OID, CAPI and CNG blobs, PEM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158831" y="1951355"/>
            <a:ext cx="4217194" cy="3463290"/>
          </a:xfrm>
          <a:prstGeom prst="roundRect">
            <a:avLst>
              <a:gd name="adj" fmla="val 3942"/>
            </a:avLst>
          </a:prstGeom>
          <a:gradFill rotWithShape="1">
            <a:gsLst>
              <a:gs pos="0">
                <a:srgbClr val="9B8AE8">
                  <a:alpha val="28000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76637" y="2169161"/>
            <a:ext cx="389503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Weak RSA key tests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61219" y="2600961"/>
            <a:ext cx="3802829" cy="140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Modulus size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 public exponent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modulus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prime (GCD)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 primes (Fermat)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76637" y="4105911"/>
            <a:ext cx="3895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key gets a 0 to 100 strength score.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39"/>
            <a:ext cx="98107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Confidence per cipher is 1 minus the product of (1 - weight) over matched signatures. Random data gives zero hits.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55000">
                <a:srgbClr val="0F1A30"/>
              </a:gs>
              <a:gs pos="100000">
                <a:srgbClr val="13213D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REAL DATA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public memory dumps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10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11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21080" y="2552700"/>
            <a:ext cx="3076651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13Cubed challenge, 4.3 GB, plus a TLS pcap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1080" y="3053082"/>
            <a:ext cx="722757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021080" y="3559811"/>
            <a:ext cx="65309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6577" y="3053082"/>
            <a:ext cx="653415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826577" y="3559811"/>
            <a:ext cx="72313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1080" y="3862071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RSA-512 key in memory. Notepad opened encryption_log.txt.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973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24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10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602480" y="2552700"/>
            <a:ext cx="3076651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DFIR Madness case 001, 2 GB, plus a real 188 MB pcap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02480" y="3053082"/>
            <a:ext cx="71580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48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602480" y="3559811"/>
            <a:ext cx="64730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02183" y="3053082"/>
            <a:ext cx="653415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85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5402183" y="3559811"/>
            <a:ext cx="72313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02480" y="3862071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 header injected into spoolsv.exe. PowerShell with 5 injected regions.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9787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7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8183880" y="2552700"/>
            <a:ext cx="3076651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Hacktoria Memory Mystery, 1 GB, 32-bit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2847339"/>
            <a:ext cx="69494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8183880" y="3354071"/>
            <a:ext cx="629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966200" y="2847339"/>
            <a:ext cx="72742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8966200" y="3354071"/>
            <a:ext cx="7274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83880" y="3656332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 code in 5 processes. A shell started by VMware Tools.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pipeline, three Windows versions. Tuned from 689 to 80 findings on the first dump.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63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3"/>
              </a:lnSpc>
              <a:buNone/>
            </a:pPr>
            <a:r>
              <a:rPr lang="en-US" sz="1374" b="1" spc="250" kern="0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LESSONS</a:t>
            </a:r>
            <a:endParaRPr lang="en-US" sz="1374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52764"/>
            <a:ext cx="10883392" cy="533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23"/>
              </a:lnSpc>
              <a:buNone/>
            </a:pPr>
            <a:r>
              <a:rPr lang="en-US" sz="3657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real data taught us</a:t>
            </a:r>
            <a:endParaRPr lang="en-US" sz="3657" dirty="0"/>
          </a:p>
        </p:txBody>
      </p:sp>
      <p:sp>
        <p:nvSpPr>
          <p:cNvPr id="5" name="Shape 3"/>
          <p:cNvSpPr/>
          <p:nvPr/>
        </p:nvSpPr>
        <p:spPr>
          <a:xfrm>
            <a:off x="815975" y="1918177"/>
            <a:ext cx="10560050" cy="2978229"/>
          </a:xfrm>
          <a:prstGeom prst="roundRect">
            <a:avLst>
              <a:gd name="adj" fmla="val 458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6640" y="2120741"/>
          <a:ext cx="10088880" cy="2583259"/>
        </p:xfrm>
        <a:graphic>
          <a:graphicData uri="http://schemas.openxmlformats.org/drawingml/2006/table">
            <a:tbl>
              <a:tblPr/>
              <a:tblGrid>
                <a:gridCol w="4439107"/>
                <a:gridCol w="5649773"/>
              </a:tblGrid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b="1" dirty="0">
                          <a:solidFill>
                            <a:srgbClr val="D9B65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Problem on real data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b="1" dirty="0">
                          <a:solidFill>
                            <a:srgbClr val="D9B65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Fix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Crash on a corrupt PEM block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Skip damaged fragments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pyshark fails on Python 3.14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Create an event loop first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netscan empty on Windows 11 24H2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Fall back to netstat, 52 connections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636 RSA keys from the cert store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Group clean keys, cap size issues at low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9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Defender JIT flagged as injection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process, known JIT is low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9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Risk score stuck at 100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Per-severity cap on points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5975" y="5156755"/>
            <a:ext cx="10560050" cy="682069"/>
          </a:xfrm>
          <a:prstGeom prst="roundRect">
            <a:avLst>
              <a:gd name="adj" fmla="val 20016"/>
            </a:avLst>
          </a:prstGeom>
          <a:gradFill rotWithShape="1">
            <a:gsLst>
              <a:gs pos="0">
                <a:srgbClr val="5CCFC0">
                  <a:alpha val="10000"/>
                </a:srgbClr>
              </a:gs>
              <a:gs pos="100000">
                <a:srgbClr val="8FA8F0">
                  <a:alpha val="10000"/>
                </a:srgbClr>
              </a:gs>
            </a:gsLst>
            <a:lin ang="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 wrap="square" lIns="190518" tIns="120708" rIns="0" bIns="120708" rtlCol="0" anchor="ctr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689 findings, risk 100 to 80 findings, risk 55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TEAM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Can we mislead the LLM report?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25957"/>
            <a:ext cx="5162550" cy="2376170"/>
          </a:xfrm>
          <a:prstGeom prst="roundRect">
            <a:avLst>
              <a:gd name="adj" fmla="val 5746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780" y="2118361"/>
            <a:ext cx="4868748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8FA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 attacks, hidden in JWT and OTP fields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18362" y="2509521"/>
            <a:ext cx="4776546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Call the host clean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Cite a fake finding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 a cipher that is absent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Recommend disabling Defender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Hide the RSA finding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Persuade without trigger words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3475" y="1925957"/>
            <a:ext cx="5162550" cy="2376170"/>
          </a:xfrm>
          <a:prstGeom prst="roundRect">
            <a:avLst>
              <a:gd name="adj" fmla="val 5746"/>
            </a:avLst>
          </a:prstGeom>
          <a:gradFill rotWithShape="1">
            <a:gsLst>
              <a:gs pos="0">
                <a:srgbClr val="5CCFC0">
                  <a:alpha val="8000"/>
                </a:srgbClr>
              </a:gs>
              <a:gs pos="100000">
                <a:srgbClr val="8FA8F0">
                  <a:alpha val="8000"/>
                </a:srgbClr>
              </a:gs>
            </a:gsLst>
            <a:lin ang="420000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1280" y="2118361"/>
            <a:ext cx="4868748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5CCFC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 defences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15862" y="2509521"/>
            <a:ext cx="477654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Sanitise findings before the LLM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 a citation per claim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Cross-check against the rule-based result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retry, then flag the report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6238239"/>
            <a:ext cx="10464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attacks x 2 fields + a clean control, 3 trials each, with and without defences = 78 LLM reports.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55000">
                <a:srgbClr val="0F1A30"/>
              </a:gs>
              <a:gs pos="100000">
                <a:srgbClr val="13213D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RESULTS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Defences cut attack success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25957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1080" y="2080261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4/36 to 1/36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21080" y="2639061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Attacks that fooled the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5975" y="3175636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1080" y="3329939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0/36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021080" y="3888739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Misleading reports with no warning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5975" y="4425317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1080" y="4579621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28% to 78%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021080" y="5138421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Claims backed by a valid citation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92495" y="1925957"/>
            <a:ext cx="5383530" cy="3615690"/>
          </a:xfrm>
          <a:prstGeom prst="roundRect">
            <a:avLst>
              <a:gd name="adj" fmla="val 377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07760" y="2115821"/>
          <a:ext cx="4963160" cy="2684780"/>
        </p:xfrm>
        <a:graphic>
          <a:graphicData uri="http://schemas.openxmlformats.org/drawingml/2006/table">
            <a:tbl>
              <a:tblPr/>
              <a:tblGrid>
                <a:gridCol w="2580843"/>
                <a:gridCol w="1191158"/>
                <a:gridCol w="1191158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Attack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Defended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Call the host clean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Fake citation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Fake cipher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Harmful advice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Hide RSA finding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Subtle persuasion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the numbers do not show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D9B650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7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D9B65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Noise at this size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7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Only 6 trials per attack. One defended report was fooled while its undefended twin was not.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8FA8F0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51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8FA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model, planted data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51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Everything ran on one LLM with synthetic payloads. Treat the rates as indicative.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787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65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5CCFC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Citations are not truth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965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check proves a cited finding exists, not that the sentence about it is right.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42"/>
            <a:ext cx="10464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validator flags real reports too: Windows 11 is at 72% of claims cited, and Windows 7 was cut off before its risk score.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Yet to do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4"/>
            <a:ext cx="3397250" cy="1517650"/>
          </a:xfrm>
          <a:prstGeom prst="roundRect">
            <a:avLst>
              <a:gd name="adj" fmla="val 8159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1080" y="21564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Ground-truth crypto test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1080" y="2517142"/>
            <a:ext cx="3076651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own VM and known keys: measure what we find and the false alarms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51354"/>
            <a:ext cx="3397250" cy="1517650"/>
          </a:xfrm>
          <a:prstGeom prst="roundRect">
            <a:avLst>
              <a:gd name="adj" fmla="val 8159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2480" y="21564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More public dumps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02480" y="25171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Ransomware-style Windows 10 or 11, and a Windows Server image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78775" y="1951354"/>
            <a:ext cx="3397250" cy="1517650"/>
          </a:xfrm>
          <a:prstGeom prst="roundRect">
            <a:avLst>
              <a:gd name="adj" fmla="val 8159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21564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Stronger red team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83880" y="25171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Harder attacks, more trials, a second LLM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5975" y="3653154"/>
            <a:ext cx="3397250" cy="1268730"/>
          </a:xfrm>
          <a:prstGeom prst="roundRect">
            <a:avLst>
              <a:gd name="adj" fmla="val 976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1080" y="38582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Final report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1080" y="42189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Method, results and limits written up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97375" y="3653154"/>
            <a:ext cx="6978650" cy="1268730"/>
          </a:xfrm>
          <a:prstGeom prst="roundRect">
            <a:avLst>
              <a:gd name="adj" fmla="val 976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2480" y="3858264"/>
            <a:ext cx="6765493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Post-quantum paragraph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02480" y="4218942"/>
            <a:ext cx="6765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ML-KEM and ML-DSA, a discussion paragraph only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2800" y="5179064"/>
            <a:ext cx="16510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CCFC0"/>
              </a:gs>
              <a:gs pos="100000">
                <a:srgbClr val="8FA8F0"/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TriageGuard Progress Evaluation">
  <a:themeElements>
    <a:clrScheme name="TriageGuard Progress Evaluation">
      <a:dk1>
        <a:srgbClr val="070A12"/>
      </a:dk1>
      <a:lt1>
        <a:srgbClr val="FAF9F5"/>
      </a:lt1>
      <a:dk2>
        <a:srgbClr val="1F2229"/>
      </a:dk2>
      <a:lt2>
        <a:srgbClr val="BDBDBC"/>
      </a:lt2>
      <a:accent1>
        <a:srgbClr val="5CCFC0"/>
      </a:accent1>
      <a:accent2>
        <a:srgbClr val="8FA8F0"/>
      </a:accent2>
      <a:accent3>
        <a:srgbClr val="D9B650"/>
      </a:accent3>
      <a:accent4>
        <a:srgbClr val="13213D"/>
      </a:accent4>
      <a:accent5>
        <a:srgbClr val="B4BDD6"/>
      </a:accent5>
      <a:accent6>
        <a:srgbClr val="101830"/>
      </a:accent6>
      <a:hlink>
        <a:srgbClr val="0563C1"/>
      </a:hlink>
      <a:folHlink>
        <a:srgbClr val="954F72"/>
      </a:folHlink>
    </a:clrScheme>
    <a:fontScheme name="TriageGuard Progress Evaluation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TriageGuard Progress Evaluation</dc:title>
  <dc:subject/>
  <dc:creator/>
  <cp:lastModifiedBy/>
  <cp:revision>1</cp:revision>
  <dcterms:created xsi:type="dcterms:W3CDTF">2026-10-06T16:03:43Z</dcterms:created>
  <dcterms:modified xsi:type="dcterms:W3CDTF">2026-10-06T16:03:43Z</dcterms:modified>
</cp:coreProperties>
</file>